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2-pdef-wait-app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def-in-work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-pdef-demoted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4-eco-edit-details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5-eco-lifecycle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eco-approvals.jpg"/><Relationship Id="rId3" Type="http://schemas.openxmlformats.org/officeDocument/2006/relationships/image" Target="../media/07-approve-popup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8-affected-items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12-prea-frozen.jpg"/><Relationship Id="rId3" Type="http://schemas.openxmlformats.org/officeDocument/2006/relationships/image" Target="../media/13-prea-cancelled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9-referenced-by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10-for-prohibition.jpg"/><Relationship Id="rId3" Type="http://schemas.openxmlformats.org/officeDocument/2006/relationships/image" Target="../media/11-vom-project-search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777240" y="1417320"/>
            <a:ext cx="1325880" cy="100584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3" name="t13"/>
          <p:cNvSpPr txBox="1"/>
          <p:nvPr/>
        </p:nvSpPr>
        <p:spPr>
          <a:xfrm>
            <a:off x="777240" y="1783080"/>
            <a:ext cx="1063752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/>
                <a:cs typeface="Segoe UI"/>
              </a:rPr>
              <a:t>PDEF &amp; PREA lifecycle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3063240"/>
            <a:ext cx="1063752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BCD0EC"/>
                </a:solidFill>
                <a:latin typeface="Segoe UI"/>
                <a:cs typeface="Segoe UI"/>
              </a:rPr>
              <a:t>Promote, demote, prohibit, revise — EE specific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77240" y="3794760"/>
            <a:ext cx="7659014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93A8C6"/>
                </a:solidFill>
                <a:latin typeface="Segoe UI"/>
                <a:cs typeface="Segoe UI"/>
              </a:rPr>
              <a:t>How a defined product and a realized product climb to Released, and what stops them.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5394960"/>
            <a:ext cx="106375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F87A8"/>
                </a:solidFill>
                <a:latin typeface="Segoe UI"/>
                <a:cs typeface="Segoe UI"/>
              </a:rPr>
              <a:t>Source: METHODOLOGY PDEF and PREA lifecycle management (EE specific) · Ref. 20061_15_01662 · v1.0 · ELECTRICAL SPEC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SCOPE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What this covers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Guide for EE professionals and designers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on the lifecycle of PDEF and PREA.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Valid for the four general classes: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HW, SW, CAL, DOTE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Tool: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ENOVIA V6 (PLM)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, role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PSA_Concepteur.Elec.XXX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The PDEF / PREA must already exist in the database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this is not a creation guide.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Everything above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Approved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is driven by the ECO, not by the product itself.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132039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The source document is bilingual FR/EN and the screens are the French UI — slide 20 maps the labels.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THE TWO LADDERS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States you must know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737360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3A8C6"/>
                </a:solidFill>
                <a:latin typeface="Segoe UI"/>
                <a:cs typeface="Segoe UI"/>
              </a:rPr>
              <a:t>PDEF · DEFINED PRODUCT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2121408"/>
            <a:ext cx="938174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In Work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715414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7" name="s17"/>
          <p:cNvSpPr/>
          <p:nvPr/>
        </p:nvSpPr>
        <p:spPr>
          <a:xfrm>
            <a:off x="1934870" y="2121408"/>
            <a:ext cx="1117396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Wait App.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3052266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9" name="s19"/>
          <p:cNvSpPr/>
          <p:nvPr/>
        </p:nvSpPr>
        <p:spPr>
          <a:xfrm>
            <a:off x="3271722" y="2121408"/>
            <a:ext cx="1027785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Approved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299507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1" name="s21"/>
          <p:cNvSpPr/>
          <p:nvPr/>
        </p:nvSpPr>
        <p:spPr>
          <a:xfrm>
            <a:off x="4518963" y="2121408"/>
            <a:ext cx="1027785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Released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77240" y="30358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3A8C6"/>
                </a:solidFill>
                <a:latin typeface="Segoe UI"/>
                <a:cs typeface="Segoe UI"/>
              </a:rPr>
              <a:t>PREA · REALIZED PRODUCT</a:t>
            </a:r>
          </a:p>
        </p:txBody>
      </p:sp>
      <p:sp>
        <p:nvSpPr>
          <p:cNvPr id="23" name="s23"/>
          <p:cNvSpPr/>
          <p:nvPr/>
        </p:nvSpPr>
        <p:spPr>
          <a:xfrm>
            <a:off x="777240" y="3419856"/>
            <a:ext cx="938174" cy="475488"/>
          </a:xfrm>
          <a:prstGeom prst="roundRect">
            <a:avLst>
              <a:gd name="adj" fmla="val 40000"/>
            </a:avLst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2EAF6"/>
                </a:solidFill>
                <a:latin typeface="Segoe UI"/>
                <a:cs typeface="Segoe UI"/>
              </a:rPr>
              <a:t>In Work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715414" y="3493008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5" name="s25"/>
          <p:cNvSpPr/>
          <p:nvPr/>
        </p:nvSpPr>
        <p:spPr>
          <a:xfrm>
            <a:off x="1934870" y="3419856"/>
            <a:ext cx="848563" cy="475488"/>
          </a:xfrm>
          <a:prstGeom prst="roundRect">
            <a:avLst>
              <a:gd name="adj" fmla="val 40000"/>
            </a:avLst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2EAF6"/>
                </a:solidFill>
                <a:latin typeface="Segoe UI"/>
                <a:cs typeface="Segoe UI"/>
              </a:rPr>
              <a:t>Frozen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2783433" y="3493008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7" name="s27"/>
          <p:cNvSpPr/>
          <p:nvPr/>
        </p:nvSpPr>
        <p:spPr>
          <a:xfrm>
            <a:off x="3002889" y="3419856"/>
            <a:ext cx="1117396" cy="475488"/>
          </a:xfrm>
          <a:prstGeom prst="roundRect">
            <a:avLst>
              <a:gd name="adj" fmla="val 40000"/>
            </a:avLst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2EAF6"/>
                </a:solidFill>
                <a:latin typeface="Segoe UI"/>
                <a:cs typeface="Segoe UI"/>
              </a:rPr>
              <a:t>Wait App.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4120285" y="3493008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9" name="s29"/>
          <p:cNvSpPr/>
          <p:nvPr/>
        </p:nvSpPr>
        <p:spPr>
          <a:xfrm>
            <a:off x="4339741" y="3419856"/>
            <a:ext cx="1027785" cy="475488"/>
          </a:xfrm>
          <a:prstGeom prst="roundRect">
            <a:avLst>
              <a:gd name="adj" fmla="val 40000"/>
            </a:avLst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2EAF6"/>
                </a:solidFill>
                <a:latin typeface="Segoe UI"/>
                <a:cs typeface="Segoe UI"/>
              </a:rPr>
              <a:t>Approved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5367526" y="3493008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31" name="s31"/>
          <p:cNvSpPr/>
          <p:nvPr/>
        </p:nvSpPr>
        <p:spPr>
          <a:xfrm>
            <a:off x="5586982" y="3419856"/>
            <a:ext cx="1027785" cy="475488"/>
          </a:xfrm>
          <a:prstGeom prst="roundRect">
            <a:avLst>
              <a:gd name="adj" fmla="val 40000"/>
            </a:avLst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2EAF6"/>
                </a:solidFill>
                <a:latin typeface="Segoe UI"/>
                <a:cs typeface="Segoe UI"/>
              </a:rPr>
              <a:t>Released</a:t>
            </a:r>
          </a:p>
        </p:txBody>
      </p:sp>
      <p:sp>
        <p:nvSpPr>
          <p:cNvPr id="32" name="s32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132039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Only the PREA has a Frozen step, and only the PREA can be cancelled &amp; revised. Both can end up Prohibited. The ECO runs its own ladder: Create › Define Components › Wait App. › Review › Released › Implemented.</a:t>
            </a:r>
          </a:p>
        </p:txBody>
      </p:sp>
      <p:sp>
        <p:nvSpPr>
          <p:cNvPr id="33" name="s33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34" name="s34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35" name="t35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THE GOLDEN RULE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Documents move first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graphicFrame>
        <p:nvGraphicFramePr>
          <p:cNvPr id="14" name="tbl14"/>
          <p:cNvGraphicFramePr>
            <a:graphicFrameLocks noGrp="1"/>
          </p:cNvGraphicFramePr>
          <p:nvPr/>
        </p:nvGraphicFramePr>
        <p:xfrm>
          <a:off x="777240" y="1847088"/>
          <a:ext cx="10637520" cy="365760"/>
        </p:xfrm>
        <a:graphic>
          <a:graphicData uri="http://schemas.openxmlformats.org/drawingml/2006/table">
            <a:tbl>
              <a:tblPr/>
              <a:tblGrid>
                <a:gridCol w="3404006"/>
                <a:gridCol w="7233513"/>
              </a:tblGrid>
              <a:tr h="310896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TO REACH THIS STATE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THE SPECIFICATION DOCUMENTS MUST ALREADY BE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PDEF → Wait App.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Wait App.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PDEF → Approved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Approved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PDEF → Released (via the ECO)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Released / Published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PREA → Frozen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Frozen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PREA → Wait App.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Wait App.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PREA → Approved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Approved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PREA → Released (via the ECO)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Published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0F2418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Where to check: Categories › Specification Documents. In the State column, the green arrow promotes each document one step.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MECHANICS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Two ways to move one step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6595262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Green arrow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next to the state on the identity card — fastest.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Or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Categories › Lifecycle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›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Promote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in the lifecycle window.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Going back down is the same gesture: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red arrow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or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Demote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Each click moves exactly one state — there is no jump to Released.</a:t>
            </a:r>
          </a:p>
        </p:txBody>
      </p:sp>
      <p:sp>
        <p:nvSpPr>
          <p:cNvPr id="15" name="s15"/>
          <p:cNvSpPr/>
          <p:nvPr/>
        </p:nvSpPr>
        <p:spPr>
          <a:xfrm>
            <a:off x="7646822" y="1854365"/>
            <a:ext cx="3813658" cy="3579037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6" name="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42" y="1900085"/>
            <a:ext cx="3722218" cy="3487597"/>
          </a:xfrm>
          <a:prstGeom prst="rect">
            <a:avLst/>
          </a:prstGeom>
        </p:spPr>
      </p:pic>
      <p:sp>
        <p:nvSpPr>
          <p:cNvPr id="17" name="t17"/>
          <p:cNvSpPr txBox="1"/>
          <p:nvPr/>
        </p:nvSpPr>
        <p:spPr>
          <a:xfrm>
            <a:off x="7692542" y="5440680"/>
            <a:ext cx="3722218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PDEF promoted to Attente Approbation (Wait App.)</a:t>
            </a:r>
          </a:p>
        </p:txBody>
      </p:sp>
      <p:sp>
        <p:nvSpPr>
          <p:cNvPr id="18" name="s18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BEFORE WAIT APP.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Two things must be on the PDEF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1334044" y="1801368"/>
            <a:ext cx="5694404" cy="414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64" y="1847088"/>
            <a:ext cx="5602964" cy="405079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An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ECO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must be linked (top right of the card). If not, create one — see the ECO methodology.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A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PSA Reference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must be assigned. If not, run the PSA Reference methodology.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Here the product is still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En Cours (In Work)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and the PSA Reference cell is empty.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Check the specification documents too — they gate the promotion.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RESULT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Wait App. locks the content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1504404" y="1801368"/>
            <a:ext cx="5353683" cy="414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24" y="1847088"/>
            <a:ext cx="5262243" cy="405079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Once in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Wait App.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, no modification is possible.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To edit again: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Demote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back to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In Work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(red arrow or Categories › Lifecycle › Demote).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Demotion does not touch the specification documents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they stay where they are.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Same logic one floor up: Approved → Wait App. to reopen, or make a revision.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RELEASE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The ECO releases the product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1063752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Open the PDEF (or PREA) in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Approved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and click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ECO link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on the card.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On the ECO: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Actions › Edit Details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Check the three attributes that drive the workflow: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RT approvers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(technical review),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RAL approvers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(deliverable approval),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Responsible Design Engineer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Use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“…”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buttons to change a value, then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Done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RELEASE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The three attributes to check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2602256" y="1801368"/>
            <a:ext cx="3157980" cy="414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76" y="1847088"/>
            <a:ext cx="3066540" cy="405079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Valideurs de la RT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workflow template of the technical review.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Valideurs de la RAL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workflow template of the deliverable approval.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Ingénieur concepteur responsable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the designer answering for the change.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Red italic fields are required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(Règle de gestion, Description, Flux Homologation).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“…” opens the picker,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Effacer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clears a value,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Terminé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saves.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RELEASE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Climbing the ECO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6595262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Promote to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Define Components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— possible once project and business agree on the deliverable target dates. The designer becomes the ECO owner.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Promote again to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Wait App.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: the business signals the work is finished.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Allowed only if everything attached to the ECO is ready: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PDEF Approved and its DOC Approved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(for a PREA: PREA Approved, DOC Validated).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Check it in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Categories › Affected Items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and promote what is late.</a:t>
            </a:r>
          </a:p>
        </p:txBody>
      </p:sp>
      <p:sp>
        <p:nvSpPr>
          <p:cNvPr id="15" name="s15"/>
          <p:cNvSpPr/>
          <p:nvPr/>
        </p:nvSpPr>
        <p:spPr>
          <a:xfrm>
            <a:off x="7646822" y="2699210"/>
            <a:ext cx="3813658" cy="9749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6" name="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42" y="2744930"/>
            <a:ext cx="3722218" cy="883508"/>
          </a:xfrm>
          <a:prstGeom prst="rect">
            <a:avLst/>
          </a:prstGeom>
        </p:spPr>
      </p:pic>
      <p:sp>
        <p:nvSpPr>
          <p:cNvPr id="17" name="t17"/>
          <p:cNvSpPr txBox="1"/>
          <p:nvPr/>
        </p:nvSpPr>
        <p:spPr>
          <a:xfrm>
            <a:off x="7692542" y="3765598"/>
            <a:ext cx="3722218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The ECO ladder: Créer › Définir composants › Attente appro. › Revue › Validé › Implémenté</a:t>
            </a:r>
          </a:p>
        </p:txBody>
      </p:sp>
      <p:sp>
        <p:nvSpPr>
          <p:cNvPr id="18" name="s18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41D0F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The ECO cannot be promoted while one attached document or product is still one floor below. That is the most common blocker at release time.</a:t>
            </a:r>
          </a:p>
        </p:txBody>
      </p:sp>
      <p:sp>
        <p:nvSpPr>
          <p:cNvPr id="19" name="s19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1" name="t21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APPROVALS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RT then RAL: the two routes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1654703" y="2075688"/>
            <a:ext cx="3358094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23" y="2121408"/>
            <a:ext cx="3266654" cy="331927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77240" y="1801368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LIFECYCLE › APPROVALS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54406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Tick the state line (A), then Approve/Reject (B). The assignee appears in Tâches/Signatures; a task notification lands in his mailbox.</a:t>
            </a:r>
          </a:p>
        </p:txBody>
      </p:sp>
      <p:sp>
        <p:nvSpPr>
          <p:cNvPr id="18" name="s18"/>
          <p:cNvSpPr/>
          <p:nvPr/>
        </p:nvSpPr>
        <p:spPr>
          <a:xfrm>
            <a:off x="6848969" y="2075688"/>
            <a:ext cx="4018562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689" y="2121408"/>
            <a:ext cx="3927122" cy="3319272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6301740" y="1801368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THE POP-UP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301740" y="54406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Add a comment, select Approuver (Approve), then Terminé (Done). The route is launched.</a:t>
            </a:r>
          </a:p>
        </p:txBody>
      </p:sp>
      <p:sp>
        <p:nvSpPr>
          <p:cNvPr id="22" name="s22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3" name="t23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APPROVALS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Who does what, in order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RT approver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validates the route that takes the ECO to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Wait App.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the ECO then moves to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Review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RAL approver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validates the route that takes the ECO to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Released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Each one works from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Categories › Lifecycle › Approvals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on the ECO, never from the product.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A route waiting for a signature is marked by an icon on the ECO.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When the RAL route is approved, the ECO is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Released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and so is everything it carries.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DONE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Check the result on Affected Items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1984436"/>
            <a:ext cx="6899452" cy="3776095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0156"/>
            <a:ext cx="6808012" cy="3684655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On the released ECO: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Categories › Affected Items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The PDEF is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Validé / Released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and the specification document is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Publié / Published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The previous revision flips to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Obsolete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visible under the state.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If a line is not at the expected state, the release is not finished.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PREA SPECIFICS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What changes for a realized product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Extra first step: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Frozen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reachable only when the documents are Frozen.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After Frozen, no modification: content changes need a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revision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A PREA in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Wait App.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or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Approved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cannot be revised — demote it back to Frozen first.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For Released, the attached documents must be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Published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Only the PREA offers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Cancel and revise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(next slide).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PREA · REPAIR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Cancel and revise a faulty PREA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10637520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Use it to retire a faulty PSA Reference and get a new one.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Conditions: the PREA is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Frozen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and it is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last revision on the line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On the PREA: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Actions › Cancel and revise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The faulty PREA becomes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Cancelled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; a new revision is created in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In Work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Then link the new revision to an ECO and launch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creation of its PSA Reference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 The PDEF–PREA link is carried over (Categories › Referenced By).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A1418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This action is irreversible. Check the revision and the state before you click.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PREA · REPAIR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Before and after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2103440"/>
            <a:ext cx="5204460" cy="3355207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9160"/>
            <a:ext cx="5113020" cy="3263767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77240" y="1829120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BEFORE · FIGÉ (FROZEN)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54406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The faulty PREA, still Frozen, with its PSA Reference and its ECO pour Officialisation.</a:t>
            </a:r>
          </a:p>
        </p:txBody>
      </p:sp>
      <p:sp>
        <p:nvSpPr>
          <p:cNvPr id="18" name="s18"/>
          <p:cNvSpPr/>
          <p:nvPr/>
        </p:nvSpPr>
        <p:spPr>
          <a:xfrm>
            <a:off x="6256020" y="2121662"/>
            <a:ext cx="5204460" cy="331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740" y="2167382"/>
            <a:ext cx="5113020" cy="3227323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6301740" y="1847342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AFTER · ANNULÉ (CANCELLED)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301740" y="54406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The PREA is Cancelled and Révision la plus haute points to the new revision, which starts In Work.</a:t>
            </a:r>
          </a:p>
        </p:txBody>
      </p:sp>
      <p:sp>
        <p:nvSpPr>
          <p:cNvPr id="22" name="s22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3" name="t23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PROHIBITION · 1/2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Prepare the ECO that forbids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6595262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Open the PDEF or PREA in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Released / Validated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Categories › Referenced By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to see which PA (for a PDEF) or which PDEF (for a PREA) the prohibition will hit.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Create an ECO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for the prohibition and link it to the product.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Actions › Edit Details: fill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RAL approvers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and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Responsible Design Engineer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15" name="s15"/>
          <p:cNvSpPr/>
          <p:nvPr/>
        </p:nvSpPr>
        <p:spPr>
          <a:xfrm>
            <a:off x="7646822" y="1804981"/>
            <a:ext cx="3813658" cy="2763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6" name="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42" y="1850701"/>
            <a:ext cx="3722218" cy="2671965"/>
          </a:xfrm>
          <a:prstGeom prst="rect">
            <a:avLst/>
          </a:prstGeom>
        </p:spPr>
      </p:pic>
      <p:sp>
        <p:nvSpPr>
          <p:cNvPr id="17" name="t17"/>
          <p:cNvSpPr txBox="1"/>
          <p:nvPr/>
        </p:nvSpPr>
        <p:spPr>
          <a:xfrm>
            <a:off x="7692542" y="4526280"/>
            <a:ext cx="3722218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Categories › Référencé par (Referenced By)</a:t>
            </a:r>
          </a:p>
        </p:txBody>
      </p:sp>
      <p:sp>
        <p:nvSpPr>
          <p:cNvPr id="18" name="s18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0F2418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The RT approver is not required for a prohibition — only the RAL route runs.</a:t>
            </a:r>
          </a:p>
        </p:txBody>
      </p:sp>
      <p:sp>
        <p:nvSpPr>
          <p:cNvPr id="19" name="s19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1" name="t21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PROHIBITION · 2/2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Declare the intent, then release it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2250122"/>
            <a:ext cx="5204460" cy="2147443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95842"/>
            <a:ext cx="5113020" cy="2056003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77240" y="1975802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AFFECTED ITEMS › EDIT ALL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4489005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Modification demandée (Requested Change) = Pour interdiction (For Prohibition), then Save.</a:t>
            </a:r>
          </a:p>
        </p:txBody>
      </p:sp>
      <p:sp>
        <p:nvSpPr>
          <p:cNvPr id="18" name="s18"/>
          <p:cNvSpPr/>
          <p:nvPr/>
        </p:nvSpPr>
        <p:spPr>
          <a:xfrm>
            <a:off x="6649000" y="2075688"/>
            <a:ext cx="441850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20" y="2121408"/>
            <a:ext cx="4327060" cy="2404872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6301740" y="1801368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V/O/M IMPACTS › ADD EXISTING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301740" y="45262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Search the project and Submit — the project is then linked to the ECO.</a:t>
            </a:r>
          </a:p>
        </p:txBody>
      </p:sp>
      <p:sp>
        <p:nvSpPr>
          <p:cNvPr id="22" name="s22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41D0F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Then Lifecycle › Promote up to Review, the RAL approver validates, the ECO turns Released and Affected Items shows the product as Prohibited.</a:t>
            </a:r>
          </a:p>
        </p:txBody>
      </p:sp>
      <p:sp>
        <p:nvSpPr>
          <p:cNvPr id="23" name="s23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4" name="s24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5" name="t25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TIPS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What saves time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513588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Promote the documents first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, then the product — never the other way round.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Check ECO + PSA Reference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before touching the state of a PDEF.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Fill RT / RAL / RDE early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on the ECO; an empty route blocks the release.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Use Affected Items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as your checklist before promoting an ECO.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278880" y="1847088"/>
            <a:ext cx="513588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Demote instead of forcing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demotion is free and leaves documents untouched.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Revise a PREA only from Frozen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Wait App. and Approved refuse it.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Referenced By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tells you who suffers from a prohibition, before you launch it.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Cancel and revise is final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note the new revision number immediately.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TROUBLESHOOTING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Blockers and their fix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graphicFrame>
        <p:nvGraphicFramePr>
          <p:cNvPr id="14" name="tbl14"/>
          <p:cNvGraphicFramePr>
            <a:graphicFrameLocks noGrp="1"/>
          </p:cNvGraphicFramePr>
          <p:nvPr/>
        </p:nvGraphicFramePr>
        <p:xfrm>
          <a:off x="777240" y="1847088"/>
          <a:ext cx="10637520" cy="365760"/>
        </p:xfrm>
        <a:graphic>
          <a:graphicData uri="http://schemas.openxmlformats.org/drawingml/2006/table">
            <a:tbl>
              <a:tblPr/>
              <a:tblGrid>
                <a:gridCol w="3404006"/>
                <a:gridCol w="7233513"/>
              </a:tblGrid>
              <a:tr h="310896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SYMPTOM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FIX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 green arrow does nothing on the PDEF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 specification document is one state below. Promote it first.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Cannot promote the ECO to Wait App.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An attached product or DOC is not Approved yet — check Affected Items.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Cannot modify the product anymore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It left In Work. Demote it, or create a revision.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Cannot revise the PREA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It is in Wait App. or Approved — demote back to Frozen.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Cancel and revise is greyed out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The PREA is not Frozen, or it is not the last revision on the line.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Nobody signs the route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RT / RAL approvers or the Responsible Design Engineer are missing on the ECO.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</a:tbl>
          </a:graphicData>
        </a:graphic>
      </p:graphicFrame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FRENCH UI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Label decoder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509016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En cours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In Work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Figé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Frozen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Attente approbation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Wait App.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Approuvé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Approved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Validé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Released / Validated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Publié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Published (documents)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Annulé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Cancelled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Promouvoir / Rétrograder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Promote / Demote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Cycle de vie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Lifecycle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324600" y="1847088"/>
            <a:ext cx="509016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Éléments concernés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Affected Items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Référencé par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Referenced By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Documents de spécifications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Specification Documents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Modification demandée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Requested Change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Pour interdiction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For Prohibition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Valideurs de la RT / RAL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RT / RAL approvers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Ingénieur concepteur responsable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Responsible Design Engineer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Édition des détails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Edit Details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Terminé / Approuver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Done / Approve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WRAP-UP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Remember 5 things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84248"/>
            <a:ext cx="10637520" cy="3200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01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Documents climb first — the product follows one state at a time.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02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No PDEF promotion without an ECO and a PSA Reference.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03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Above Approved, it is the ECO (RT then RAL) that releases everything.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04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Affected Items is the truth: check it before and after.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05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PREA only: Frozen to revise, and Cancel and revise is irreversible.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77240" y="5440680"/>
            <a:ext cx="106375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F87A8"/>
                </a:solidFill>
                <a:latin typeface="Segoe UI"/>
                <a:cs typeface="Segoe UI"/>
              </a:rPr>
              <a:t>Full procedure and screenshots: METHODOLOGY PDEF and PREA lifecycle management (EE specific) — Ref. 20061_15_01662 v1.0. Related: ENOVIA Glossary 20061_13_01595, PDEF/PREA management HW 20061_14_01621, SW/CAL 20061_15_01666, DOTE 20061_14_01619.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PDEF &amp; PREA lifecycle management (EE) — Ref. 20061_15_01662 v1.0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">
  <a:themeElements>
    <a:clrScheme name="ECO">
      <a:dk1>
        <a:srgbClr val="0B1220"/>
      </a:dk1>
      <a:lt1>
        <a:srgbClr val="FFFFFF"/>
      </a:lt1>
      <a:dk2>
        <a:srgbClr val="16233A"/>
      </a:dk2>
      <a:lt2>
        <a:srgbClr val="E2EAF6"/>
      </a:lt2>
      <a:accent1>
        <a:srgbClr val="4F8DFF"/>
      </a:accent1>
      <a:accent2>
        <a:srgbClr val="22D3EE"/>
      </a:accent2>
      <a:accent3>
        <a:srgbClr val="34D399"/>
      </a:accent3>
      <a:accent4>
        <a:srgbClr val="FBBF24"/>
      </a:accent4>
      <a:accent5>
        <a:srgbClr val="F87171"/>
      </a:accent5>
      <a:accent6>
        <a:srgbClr val="93A8C6"/>
      </a:accent6>
      <a:hlink>
        <a:srgbClr val="22D3EE"/>
      </a:hlink>
      <a:folHlink>
        <a:srgbClr val="93A8C6"/>
      </a:folHlink>
    </a:clrScheme>
    <a:fontScheme name="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E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22</Slides>
  <Application>Kiro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PDEF &amp; PREA lifecycle — Promote, demote, prohibit, revise — EE specific</dc:title>
  <dc:subject>PLM Methodology · Ref. 20061_15_01662 · v1.0</dc:subject>
  <dcterms:created xsi:type="dcterms:W3CDTF">2026-09-12T00:00:00Z</dcterms:created>
</cp:coreProperties>
</file>